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Расчёт на 30.10.2026. Даты условны: реальная история Flask, не скорость SaparTravel. При фиксированном сроке обсуждаем сокращение объёма. Не заявлять приёмку и проведённый покер.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карточек: условный диапазон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50 из 100 сценариев — 01.01.2027</a:t>
            </a:r>
          </a:p>
          <a:p>
            <a:r>
              <a:t>85 из 100 — 29.01.2027</a:t>
            </a:r>
          </a:p>
          <a:p/>
          <a:p>
            <a:r>
              <a:t>Чужой темп не является обещанием нашей команды.</a:t>
            </a:r>
          </a:p>
          <a:p>
            <a:r>
              <a:t>Предложение: подтвердить объём и собственную историю.</a:t>
            </a:r>
          </a:p>
          <a:p>
            <a:r>
              <a:t>Пересмотр: 06.11.2026.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