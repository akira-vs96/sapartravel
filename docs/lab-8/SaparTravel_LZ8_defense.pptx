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Цели бизнеса — гипотезы. Платежей и реальных партнерских API в MVP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Покажите раздел2 отчета. Молчание не приемка. Права на заказной результат передаются после акта и оплаты, лицензии зависимостей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Разделяйте A по минутам и Q по попыткам.409 только при реальном бизнес-конфликте.201 обязательно для подготовленного тестового выезда.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Формула(1−SLO)×T или floor((1−SLO)×N), разные знаменатели. Плановые работы учитываются.24×7 дежурства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Откройте Budget12 и Checks. Резервы283 098,08 тг+71 670,40 тг не расходы-факт. Дополнительные46,2ч по4 479,40 тг укладываются в резерв, но доступность исполнителя не подтверждена.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Нет комиссионных договоров — выручка0. GMV не равно доходу платформы. Порог только в пределах подтвержденной мощности. При конверсии1% операционный порог3569MAU.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Покажите Hosting и evidence. Калькулятор базовых ресурсов29 317,67 тг плюс daily backup3 225,17 тг; счет32 542,84 тг, домен447,94 тг, администрирование17 917,60 тг. Сравнение без HA; мощность требует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Отчет ЛЗ7 не чистый PASS:1Critical/5High и6секретоподобных находок. Исправления могли быть начаты в рабочем дереве, но свежего результата в пакет не выдумываем.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SaparTravel / ЛЗ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SoW • SLA/SLO • бюджет • рубежный контроль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Найти тур → выбрать выезд → заявка → статус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Бизнес-цель: 30 → 8 минут на обработку, 70% → 95% за рабочий день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React / FastAPI / PostgreSQL • RU / KK / EN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Абинсериков Нурасыл и команда • 23.10.2026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01 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SoW: что передаем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5 поставок • 171 ч WBS • финальная веха 20.12.2026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D1: baseline требований, backlog и НФТ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D2–D3: API, база, интерфейс и кабинеты трех ролей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D4–D5: качество, UAT, обучение, backup/restore и передача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Приемка: 5 рабочих дней, письменное решение; изменения — через CR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Онлайн-оплата, SMS, реальные интеграции — после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02 /08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SLO привязаны к действию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Внешний SLA: ≥99,5% для каждого сценария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C1: поиск + карточка → SLO 99,9%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C2: вход + профиль → SLO 99,8%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C3: заявка + результат в кабинете → SLO 99,7%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p95 E2E: SLO ≤2 с / SLA ≤3 с; API ≤0,5 / ≤0,75 с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Минутные внешние пробы + реальные попытки; цели еще не подтверждены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03 /08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Error budget управляет релизами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Для 30 дней = 43 200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C1: 43,2 мин. • C2: 86,4 мин. • C3: 129,6 мин.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SLA 99,5%: 216 мин. для каждого сценария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На 4000 попыток C3: не более 12 ошибок по SLO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Остаток &lt;20%: остановка функциональных релизов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Credits: 5 / 10 / 20% от платы сопровождения, максимум 44 794,00 тг/мес.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04 /08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Бюджет первого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09.2026–08.2027 • план в тенге • курс НБРК: 447,94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Затраты без резервов: 13 081 550,17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С рисками: 13 364 648,25 тг • общий лимит: 13 436 318,65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8000 MAU-месяцев → 1 635,19 тг за пользователь-месяц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4 300 224,00 тг комиссии → дефицит года 8 781 326,17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171 + 63,2 +16 ч &gt;204 ч: требуется еще 46,2 ч или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05 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Когда экономика сходится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Операционная безубыточность ≠ окупаемость первого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223 970,00 тг × 3% × 8% = 537,53 тг выручки на MAU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537,53 тг − 89,5880 тг = 447,94 тг маржинального вклада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319 672,38 тг постоянных расходов →714 MAU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С распределением разовых затрат на 36 месяцев →1293 MAU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При 2000 MAU: 576 207,62 тг операционной прибыли/мес.; комиссия — 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06 /08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TCO размещения / 36 месяцев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Одинаковый спрос: до 2000 MAU, 20 RPS, 500 туров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Cloud managed: 1 850 619,32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Собственный сервер: 4 088 509,64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Открытый стек / dedicated: 3 464 815,90 тг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Учтены труд, backup, мониторинг, сеть и CAPEX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Выбор по смете: cloud; калькулятор и официальные тарифы, без оплаты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07 /08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123D4A"/>
                </a:solidFill>
                <a:latin typeface="DejaVu Sans"/>
              </a:defRPr>
            </a:pPr>
            <a:r>
              <a:t>Пакет недель 1–8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2C8B80"/>
                </a:solidFill>
                <a:latin typeface="DejaVu Sans"/>
              </a:defRPr>
            </a:pPr>
            <a:r>
              <a:t>Артефакты подготовлены; внешняя приемка не подменяется отчетом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Устав → бизнес-кейс → backlog/НФТ → план/оценка → риски → бюджет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Приложения: 18историй, 16НФТ, Excel с формулами и сценариями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До пилота: UAT, нагрузка, restore, повторный security scan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Открытые решения: заказчик,46,2 ч ресурсов, ПДн и комиссионные договоры</a:t>
            </a:r>
          </a:p>
          <a:p>
            <a:pPr>
              <a:spcAft>
                <a:spcPts val="1600"/>
              </a:spcAft>
              <a:defRPr sz="2200" b="0">
                <a:solidFill>
                  <a:srgbClr val="25333A"/>
                </a:solidFill>
                <a:latin typeface="DejaVu Sans"/>
              </a:defRPr>
            </a:pPr>
            <a:r>
              <a:t>• Защита: показать арифметику и объяснить ограничения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000" b="0">
                <a:solidFill>
                  <a:srgbClr val="586E73"/>
                </a:solidFill>
                <a:latin typeface="DejaVu Sans"/>
              </a:defRPr>
            </a:pPr>
            <a:r>
              <a:t>SaparTravel  /  ЛЗ 8  /  23.10.2026                                      08 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