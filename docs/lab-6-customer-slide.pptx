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20040"/>
            <a:ext cx="50292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76960"/>
                </a:solidFill>
                <a:latin typeface="Aptos"/>
              </a:rPr>
              <a:t>SAPARTRAVEL  / 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900" b="1">
                <a:solidFill>
                  <a:srgbClr val="182B2B"/>
                </a:solidFill>
                <a:latin typeface="Aptos"/>
              </a:rPr>
              <a:t>Когда будет готово?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15568"/>
            <a:ext cx="1069848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46765"/>
                </a:solidFill>
                <a:latin typeface="Aptos"/>
              </a:rPr>
              <a:t>Осталось 11 MVP-карточек  •  расчёт на 9 октября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73152" cy="1417320"/>
          </a:xfrm>
          <a:prstGeom prst="rect">
            <a:avLst/>
          </a:prstGeom>
          <a:solidFill>
            <a:srgbClr val="176960"/>
          </a:solidFill>
          <a:ln>
            <a:solidFill>
              <a:srgbClr val="1769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73352"/>
            <a:ext cx="45720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РАННИЙ ОРИЕНТИР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29384"/>
            <a:ext cx="461772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30 октября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50592"/>
            <a:ext cx="4663440" cy="3017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Примерно 50 из 100 сценариев завершились к этой дате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36192"/>
            <a:ext cx="528523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36208" y="1536192"/>
            <a:ext cx="73152" cy="1417320"/>
          </a:xfrm>
          <a:prstGeom prst="rect">
            <a:avLst/>
          </a:prstGeom>
          <a:solidFill>
            <a:srgbClr val="C45E31"/>
          </a:solidFill>
          <a:ln>
            <a:solidFill>
              <a:srgbClr val="C45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673352"/>
            <a:ext cx="45720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5E31"/>
                </a:solidFill>
                <a:latin typeface="Aptos"/>
              </a:rPr>
              <a:t>ПЛАН С ЗАПАСОМ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929384"/>
            <a:ext cx="461772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500" b="1">
                <a:solidFill>
                  <a:srgbClr val="182B2B"/>
                </a:solidFill>
                <a:latin typeface="Aptos"/>
              </a:rPr>
              <a:t>6 ноября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50592"/>
            <a:ext cx="4663440" cy="3017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85 из 100 сценариев завершили остаток к этой дате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218688"/>
            <a:ext cx="3657600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ПРЕДЛОЖЕНИЕ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47872"/>
            <a:ext cx="10863072" cy="932688"/>
          </a:xfrm>
          <a:prstGeom prst="roundRect">
            <a:avLst>
              <a:gd name="adj" fmla="val 8000"/>
            </a:avLst>
          </a:prstGeom>
          <a:solidFill>
            <a:srgbClr val="193836"/>
          </a:solidFill>
          <a:ln>
            <a:solidFill>
              <a:srgbClr val="193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3774238"/>
            <a:ext cx="9993826" cy="46166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dirty="0" err="1">
                <a:solidFill>
                  <a:srgbClr val="FFFFFF"/>
                </a:solidFill>
                <a:latin typeface="Aptos"/>
              </a:rPr>
              <a:t>Планировать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оставшиеся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11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карточек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к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6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ноября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.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Не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добавлять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ST-16–ST-18. Перед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обещанием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срока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сверить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endParaRPr lang="en-US" sz="1500" b="1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sz="1500" b="1" dirty="0" err="1">
                <a:solidFill>
                  <a:srgbClr val="FFFFFF"/>
                </a:solidFill>
                <a:latin typeface="Aptos"/>
              </a:rPr>
              <a:t>статусы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Project/Issues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и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фактический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темп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4736592"/>
            <a:ext cx="68122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176960"/>
                </a:solidFill>
                <a:latin typeface="Aptos"/>
              </a:rPr>
              <a:t>ДОПУЩЕНИЯ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5274302"/>
            <a:ext cx="6464014" cy="3693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0" dirty="0">
                <a:solidFill>
                  <a:srgbClr val="182B2B"/>
                </a:solidFill>
                <a:latin typeface="Aptos"/>
              </a:rPr>
              <a:t>11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оставшихся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карточек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по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статусам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Project; ST-04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в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Review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ещё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не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завершена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. </a:t>
            </a:r>
            <a:endParaRPr lang="en-US" sz="1200" b="0" dirty="0">
              <a:solidFill>
                <a:srgbClr val="182B2B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182B2B"/>
                </a:solidFill>
                <a:latin typeface="Aptos"/>
              </a:rPr>
              <a:t>Throughput — 15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учебных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значений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не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скорость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команды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;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статусы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 Project/Issues </a:t>
            </a:r>
            <a:r>
              <a:rPr sz="1200" b="0" dirty="0" err="1">
                <a:solidFill>
                  <a:srgbClr val="182B2B"/>
                </a:solidFill>
                <a:latin typeface="Aptos"/>
              </a:rPr>
              <a:t>расходятся</a:t>
            </a:r>
            <a:r>
              <a:rPr sz="1200" b="0" dirty="0">
                <a:solidFill>
                  <a:srgbClr val="182B2B"/>
                </a:solidFill>
                <a:latin typeface="Aptos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736592"/>
            <a:ext cx="3767328" cy="1124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10144" y="4873752"/>
            <a:ext cx="320040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546765"/>
                </a:solidFill>
                <a:latin typeface="Aptos"/>
              </a:rPr>
              <a:t>СЛЕДУЮЩИЙ ПЕРЕСМОТР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5175504"/>
            <a:ext cx="3246120" cy="4389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182B2B"/>
                </a:solidFill>
                <a:latin typeface="Aptos"/>
              </a:rPr>
              <a:t>16 октября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89904"/>
            <a:ext cx="10863072" cy="13716"/>
          </a:xfrm>
          <a:prstGeom prst="rect">
            <a:avLst/>
          </a:prstGeom>
          <a:solidFill>
            <a:srgbClr val="DAE4DF"/>
          </a:solidFill>
          <a:ln>
            <a:solidFill>
              <a:srgbClr val="DAE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6208776"/>
            <a:ext cx="1051560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546765"/>
                </a:solidFill>
                <a:latin typeface="Aptos"/>
              </a:rPr>
              <a:t>Если появятся новые задачи, блокировки или изменится доступность команды, диапазон нужно пересчитать.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123</Words>
  <Application>Microsoft Macintosh PowerPoint</Application>
  <PresentationFormat>Широкоэкранный</PresentationFormat>
  <Paragraphs>18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Бердебек Әмір Нұрланұлы</cp:lastModifiedBy>
  <cp:revision>2</cp:revision>
  <dcterms:created xsi:type="dcterms:W3CDTF">2013-01-27T09:14:16Z</dcterms:created>
  <dcterms:modified xsi:type="dcterms:W3CDTF">2026-10-09T08:13:32Z</dcterms:modified>
  <cp:category/>
</cp:coreProperties>
</file>